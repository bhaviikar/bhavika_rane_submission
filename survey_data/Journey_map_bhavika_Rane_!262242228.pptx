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  <p:sldMasterId id="2147483679" r:id="rId2"/>
  </p:sldMasterIdLst>
  <p:notesMasterIdLst>
    <p:notesMasterId r:id="rId4"/>
  </p:notesMasterIdLst>
  <p:sldIdLst>
    <p:sldId id="256" r:id="rId3"/>
  </p:sldIdLst>
  <p:sldSz cx="9144000" cy="5143500" type="screen16x9"/>
  <p:notesSz cx="6858000" cy="9144000"/>
  <p:embeddedFontLst>
    <p:embeddedFont>
      <p:font typeface="Google Sans" panose="020B0604020202020204" charset="0"/>
      <p:regular r:id="rId5"/>
      <p:bold r:id="rId6"/>
      <p:italic r:id="rId7"/>
      <p:boldItalic r:id="rId8"/>
    </p:embeddedFont>
    <p:embeddedFont>
      <p:font typeface="Google Sans Medium" panose="020B0604020202020204" charset="0"/>
      <p:regular r:id="rId9"/>
      <p:bold r:id="rId10"/>
      <p:italic r:id="rId11"/>
      <p:boldItalic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04D6E6D-7547-4EDF-B692-FFDF4C537E73}">
  <a:tblStyle styleId="{304D6E6D-7547-4EDF-B692-FFDF4C537E7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46" y="4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theme" Target="theme/theme1.xml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bb06e27f49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bb06e27f49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terial Title: White Text" type="title">
  <p:cSld name="TITLE">
    <p:bg>
      <p:bgPr>
        <a:solidFill>
          <a:srgbClr val="050505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  <a:effectLst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Google Sans"/>
              <a:buNone/>
              <a:defRPr sz="72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14"/>
          <p:cNvSpPr/>
          <p:nvPr/>
        </p:nvSpPr>
        <p:spPr>
          <a:xfrm>
            <a:off x="85923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E9E9E"/>
              </a:solidFill>
            </a:endParaRPr>
          </a:p>
        </p:txBody>
      </p:sp>
      <p:sp>
        <p:nvSpPr>
          <p:cNvPr id="57" name="Google Shape;57;p14"/>
          <p:cNvSpPr txBox="1">
            <a:spLocks noGrp="1"/>
          </p:cNvSpPr>
          <p:nvPr>
            <p:ph type="title" idx="2"/>
          </p:nvPr>
        </p:nvSpPr>
        <p:spPr>
          <a:xfrm>
            <a:off x="153417" y="84729"/>
            <a:ext cx="26925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terial Title: Black Text">
  <p:cSld name="TITLE_6">
    <p:bg>
      <p:bgPr>
        <a:solidFill>
          <a:srgbClr val="FFFFFF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153417" y="84729"/>
            <a:ext cx="26925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title" idx="2"/>
          </p:nvPr>
        </p:nvSpPr>
        <p:spPr>
          <a:xfrm>
            <a:off x="91440" y="411480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Font typeface="Google Sans"/>
              <a:buNone/>
              <a:defRPr sz="7200"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1" name="Google Shape;61;p15"/>
          <p:cNvSpPr/>
          <p:nvPr/>
        </p:nvSpPr>
        <p:spPr>
          <a:xfrm>
            <a:off x="85923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E9E9E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 Google Material Title: Blue">
  <p:cSld name="TITLE_6_1">
    <p:bg>
      <p:bgPr>
        <a:solidFill>
          <a:srgbClr val="C6DAFC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>
            <a:spLocks noGrp="1"/>
          </p:cNvSpPr>
          <p:nvPr>
            <p:ph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7200"/>
              <a:buFont typeface="Google Sans"/>
              <a:buNone/>
              <a:defRPr sz="7200">
                <a:solidFill>
                  <a:srgbClr val="1A73E8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title" idx="2"/>
          </p:nvPr>
        </p:nvSpPr>
        <p:spPr>
          <a:xfrm>
            <a:off x="77217" y="84729"/>
            <a:ext cx="26925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1400"/>
              <a:buFont typeface="Google Sans Medium"/>
              <a:buNone/>
              <a:defRPr sz="14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65" name="Google Shape;65;p16"/>
          <p:cNvSpPr/>
          <p:nvPr/>
        </p:nvSpPr>
        <p:spPr>
          <a:xfrm>
            <a:off x="86685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1A73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1A73E8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orient="horz" pos="2926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 Google Material Title: Blue 1">
  <p:cSld name="TITLE_6_1_1">
    <p:bg>
      <p:bgPr>
        <a:solidFill>
          <a:srgbClr val="FAD2CF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>
            <a:spLocks noGrp="1"/>
          </p:cNvSpPr>
          <p:nvPr>
            <p:ph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5221F"/>
              </a:buClr>
              <a:buSzPts val="7200"/>
              <a:buFont typeface="Google Sans"/>
              <a:buNone/>
              <a:defRPr sz="7200">
                <a:solidFill>
                  <a:srgbClr val="C5221F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title" idx="2"/>
          </p:nvPr>
        </p:nvSpPr>
        <p:spPr>
          <a:xfrm>
            <a:off x="77217" y="84729"/>
            <a:ext cx="26925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5221F"/>
              </a:buClr>
              <a:buSzPts val="1400"/>
              <a:buFont typeface="Google Sans Medium"/>
              <a:buNone/>
              <a:defRPr sz="1400">
                <a:solidFill>
                  <a:srgbClr val="C5221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69" name="Google Shape;69;p17"/>
          <p:cNvSpPr/>
          <p:nvPr/>
        </p:nvSpPr>
        <p:spPr>
          <a:xfrm>
            <a:off x="86685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C522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1A73E8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orient="horz" pos="2926">
          <p15:clr>
            <a:srgbClr val="FA7B17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 Google Material Title: Blue 1 1">
  <p:cSld name="TITLE_6_1_1_1">
    <p:bg>
      <p:bgPr>
        <a:solidFill>
          <a:srgbClr val="CEEAD6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7200"/>
              <a:buFont typeface="Google Sans"/>
              <a:buNone/>
              <a:defRPr sz="7200">
                <a:solidFill>
                  <a:srgbClr val="188038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title" idx="2"/>
          </p:nvPr>
        </p:nvSpPr>
        <p:spPr>
          <a:xfrm>
            <a:off x="73647" y="84729"/>
            <a:ext cx="33168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1400"/>
              <a:buFont typeface="Google Sans Medium"/>
              <a:buNone/>
              <a:defRPr sz="14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73" name="Google Shape;73;p18"/>
          <p:cNvSpPr/>
          <p:nvPr/>
        </p:nvSpPr>
        <p:spPr>
          <a:xfrm>
            <a:off x="86685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18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1A73E8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orient="horz" pos="2926">
          <p15:clr>
            <a:srgbClr val="FA7B17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 Google Material Title: Blue 1 1 1">
  <p:cSld name="TITLE_6_1_1_1_1">
    <p:bg>
      <p:bgPr>
        <a:solidFill>
          <a:srgbClr val="FEEFC3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7200"/>
              <a:buFont typeface="Google Sans"/>
              <a:buNone/>
              <a:defRPr sz="7200">
                <a:solidFill>
                  <a:srgbClr val="EA8600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title" idx="2"/>
          </p:nvPr>
        </p:nvSpPr>
        <p:spPr>
          <a:xfrm>
            <a:off x="73647" y="84729"/>
            <a:ext cx="34194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77" name="Google Shape;77;p19"/>
          <p:cNvSpPr/>
          <p:nvPr/>
        </p:nvSpPr>
        <p:spPr>
          <a:xfrm>
            <a:off x="86685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EA86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1A73E8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orient="horz" pos="2926">
          <p15:clr>
            <a:srgbClr val="FA7B17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>
            <a:spLocks noGrp="1"/>
          </p:cNvSpPr>
          <p:nvPr>
            <p:ph type="title"/>
          </p:nvPr>
        </p:nvSpPr>
        <p:spPr>
          <a:xfrm>
            <a:off x="74394" y="91550"/>
            <a:ext cx="36705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80" name="Google Shape;80;p20"/>
          <p:cNvSpPr/>
          <p:nvPr/>
        </p:nvSpPr>
        <p:spPr>
          <a:xfrm>
            <a:off x="273214" y="433778"/>
            <a:ext cx="196727" cy="160364"/>
          </a:xfrm>
          <a:custGeom>
            <a:avLst/>
            <a:gdLst/>
            <a:ahLst/>
            <a:cxnLst/>
            <a:rect l="l" t="t" r="r" b="b"/>
            <a:pathLst>
              <a:path w="251408" h="204938" extrusionOk="0">
                <a:moveTo>
                  <a:pt x="207809" y="121831"/>
                </a:moveTo>
                <a:lnTo>
                  <a:pt x="152115" y="75797"/>
                </a:lnTo>
                <a:lnTo>
                  <a:pt x="166735" y="59262"/>
                </a:lnTo>
                <a:lnTo>
                  <a:pt x="251407" y="132448"/>
                </a:lnTo>
                <a:lnTo>
                  <a:pt x="166909" y="204938"/>
                </a:lnTo>
                <a:lnTo>
                  <a:pt x="152115" y="189883"/>
                </a:lnTo>
                <a:lnTo>
                  <a:pt x="208766" y="142369"/>
                </a:lnTo>
                <a:lnTo>
                  <a:pt x="42467" y="142369"/>
                </a:lnTo>
                <a:lnTo>
                  <a:pt x="37420" y="142282"/>
                </a:lnTo>
                <a:lnTo>
                  <a:pt x="28195" y="140976"/>
                </a:lnTo>
                <a:lnTo>
                  <a:pt x="22191" y="139062"/>
                </a:lnTo>
                <a:lnTo>
                  <a:pt x="18536" y="137408"/>
                </a:lnTo>
                <a:lnTo>
                  <a:pt x="15229" y="135407"/>
                </a:lnTo>
                <a:lnTo>
                  <a:pt x="12183" y="133057"/>
                </a:lnTo>
                <a:lnTo>
                  <a:pt x="10791" y="131752"/>
                </a:lnTo>
                <a:lnTo>
                  <a:pt x="9485" y="130360"/>
                </a:lnTo>
                <a:lnTo>
                  <a:pt x="7136" y="127401"/>
                </a:lnTo>
                <a:lnTo>
                  <a:pt x="5047" y="124094"/>
                </a:lnTo>
                <a:lnTo>
                  <a:pt x="3394" y="120439"/>
                </a:lnTo>
                <a:lnTo>
                  <a:pt x="1479" y="114347"/>
                </a:lnTo>
                <a:lnTo>
                  <a:pt x="87" y="104949"/>
                </a:lnTo>
                <a:lnTo>
                  <a:pt x="0" y="99728"/>
                </a:lnTo>
                <a:lnTo>
                  <a:pt x="0" y="0"/>
                </a:lnTo>
                <a:lnTo>
                  <a:pt x="21669" y="0"/>
                </a:lnTo>
                <a:lnTo>
                  <a:pt x="21669" y="99728"/>
                </a:lnTo>
                <a:lnTo>
                  <a:pt x="21756" y="102338"/>
                </a:lnTo>
                <a:lnTo>
                  <a:pt x="22365" y="107038"/>
                </a:lnTo>
                <a:lnTo>
                  <a:pt x="23583" y="111128"/>
                </a:lnTo>
                <a:lnTo>
                  <a:pt x="25498" y="114609"/>
                </a:lnTo>
                <a:lnTo>
                  <a:pt x="26716" y="116088"/>
                </a:lnTo>
                <a:lnTo>
                  <a:pt x="28021" y="117480"/>
                </a:lnTo>
                <a:lnTo>
                  <a:pt x="31328" y="119656"/>
                </a:lnTo>
                <a:lnTo>
                  <a:pt x="35244" y="121048"/>
                </a:lnTo>
                <a:lnTo>
                  <a:pt x="39856" y="121744"/>
                </a:lnTo>
                <a:lnTo>
                  <a:pt x="42467" y="121831"/>
                </a:lnTo>
                <a:lnTo>
                  <a:pt x="207809" y="12183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DFF3F0"/>
              </a:solidFill>
            </a:endParaRPr>
          </a:p>
        </p:txBody>
      </p:sp>
      <p:sp>
        <p:nvSpPr>
          <p:cNvPr id="81" name="Google Shape;81;p20"/>
          <p:cNvSpPr txBox="1">
            <a:spLocks noGrp="1"/>
          </p:cNvSpPr>
          <p:nvPr>
            <p:ph type="title" idx="2"/>
          </p:nvPr>
        </p:nvSpPr>
        <p:spPr>
          <a:xfrm>
            <a:off x="472761" y="320150"/>
            <a:ext cx="36705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82" name="Google Shape;82;p20"/>
          <p:cNvSpPr txBox="1">
            <a:spLocks noGrp="1"/>
          </p:cNvSpPr>
          <p:nvPr>
            <p:ph type="title" idx="3"/>
          </p:nvPr>
        </p:nvSpPr>
        <p:spPr>
          <a:xfrm>
            <a:off x="124549" y="877650"/>
            <a:ext cx="8916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83" name="Google Shape;83;p20"/>
          <p:cNvSpPr txBox="1">
            <a:spLocks noGrp="1"/>
          </p:cNvSpPr>
          <p:nvPr>
            <p:ph type="title" idx="4"/>
          </p:nvPr>
        </p:nvSpPr>
        <p:spPr>
          <a:xfrm>
            <a:off x="938098" y="877650"/>
            <a:ext cx="64779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84" name="Google Shape;84;p20"/>
          <p:cNvSpPr/>
          <p:nvPr/>
        </p:nvSpPr>
        <p:spPr>
          <a:xfrm>
            <a:off x="86685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E9E9E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 txBox="1">
            <a:spLocks noGrp="1"/>
          </p:cNvSpPr>
          <p:nvPr>
            <p:ph type="title"/>
          </p:nvPr>
        </p:nvSpPr>
        <p:spPr>
          <a:xfrm>
            <a:off x="150594" y="91550"/>
            <a:ext cx="36705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87" name="Google Shape;87;p21"/>
          <p:cNvSpPr txBox="1">
            <a:spLocks noGrp="1"/>
          </p:cNvSpPr>
          <p:nvPr>
            <p:ph type="title" idx="2"/>
          </p:nvPr>
        </p:nvSpPr>
        <p:spPr>
          <a:xfrm>
            <a:off x="124557" y="4535775"/>
            <a:ext cx="5771700" cy="26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Google Sans"/>
              <a:buNone/>
              <a:defRPr sz="3000"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88" name="Google Shape;88;p21"/>
          <p:cNvSpPr/>
          <p:nvPr/>
        </p:nvSpPr>
        <p:spPr>
          <a:xfrm>
            <a:off x="85923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E9E9E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orient="horz" pos="2915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 2">
  <p:cSld name="TITLE_AND_BODY_1_2">
    <p:bg>
      <p:bgPr>
        <a:solidFill>
          <a:srgbClr val="050505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2"/>
          <p:cNvSpPr txBox="1">
            <a:spLocks noGrp="1"/>
          </p:cNvSpPr>
          <p:nvPr>
            <p:ph type="title"/>
          </p:nvPr>
        </p:nvSpPr>
        <p:spPr>
          <a:xfrm>
            <a:off x="150594" y="91550"/>
            <a:ext cx="36705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91" name="Google Shape;91;p22"/>
          <p:cNvSpPr txBox="1">
            <a:spLocks noGrp="1"/>
          </p:cNvSpPr>
          <p:nvPr>
            <p:ph type="title" idx="2"/>
          </p:nvPr>
        </p:nvSpPr>
        <p:spPr>
          <a:xfrm>
            <a:off x="124557" y="4535775"/>
            <a:ext cx="5771700" cy="26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oogle Sans"/>
              <a:buNone/>
              <a:defRPr sz="30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92" name="Google Shape;92;p22"/>
          <p:cNvSpPr/>
          <p:nvPr/>
        </p:nvSpPr>
        <p:spPr>
          <a:xfrm>
            <a:off x="85923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E9E9E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orient="horz" pos="2915">
          <p15:clr>
            <a:srgbClr val="FA7B17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 1">
  <p:cSld name="TITLE_AND_BODY_1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 txBox="1">
            <a:spLocks noGrp="1"/>
          </p:cNvSpPr>
          <p:nvPr>
            <p:ph type="title"/>
          </p:nvPr>
        </p:nvSpPr>
        <p:spPr>
          <a:xfrm>
            <a:off x="74394" y="91550"/>
            <a:ext cx="36705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95" name="Google Shape;95;p23"/>
          <p:cNvSpPr/>
          <p:nvPr/>
        </p:nvSpPr>
        <p:spPr>
          <a:xfrm>
            <a:off x="273214" y="433778"/>
            <a:ext cx="196727" cy="160364"/>
          </a:xfrm>
          <a:custGeom>
            <a:avLst/>
            <a:gdLst/>
            <a:ahLst/>
            <a:cxnLst/>
            <a:rect l="l" t="t" r="r" b="b"/>
            <a:pathLst>
              <a:path w="251408" h="204938" extrusionOk="0">
                <a:moveTo>
                  <a:pt x="207809" y="121831"/>
                </a:moveTo>
                <a:lnTo>
                  <a:pt x="152115" y="75797"/>
                </a:lnTo>
                <a:lnTo>
                  <a:pt x="166735" y="59262"/>
                </a:lnTo>
                <a:lnTo>
                  <a:pt x="251407" y="132448"/>
                </a:lnTo>
                <a:lnTo>
                  <a:pt x="166909" y="204938"/>
                </a:lnTo>
                <a:lnTo>
                  <a:pt x="152115" y="189883"/>
                </a:lnTo>
                <a:lnTo>
                  <a:pt x="208766" y="142369"/>
                </a:lnTo>
                <a:lnTo>
                  <a:pt x="42467" y="142369"/>
                </a:lnTo>
                <a:lnTo>
                  <a:pt x="37420" y="142282"/>
                </a:lnTo>
                <a:lnTo>
                  <a:pt x="28195" y="140976"/>
                </a:lnTo>
                <a:lnTo>
                  <a:pt x="22191" y="139062"/>
                </a:lnTo>
                <a:lnTo>
                  <a:pt x="18536" y="137408"/>
                </a:lnTo>
                <a:lnTo>
                  <a:pt x="15229" y="135407"/>
                </a:lnTo>
                <a:lnTo>
                  <a:pt x="12183" y="133057"/>
                </a:lnTo>
                <a:lnTo>
                  <a:pt x="10791" y="131752"/>
                </a:lnTo>
                <a:lnTo>
                  <a:pt x="9485" y="130360"/>
                </a:lnTo>
                <a:lnTo>
                  <a:pt x="7136" y="127401"/>
                </a:lnTo>
                <a:lnTo>
                  <a:pt x="5047" y="124094"/>
                </a:lnTo>
                <a:lnTo>
                  <a:pt x="3394" y="120439"/>
                </a:lnTo>
                <a:lnTo>
                  <a:pt x="1479" y="114347"/>
                </a:lnTo>
                <a:lnTo>
                  <a:pt x="87" y="104949"/>
                </a:lnTo>
                <a:lnTo>
                  <a:pt x="0" y="99728"/>
                </a:lnTo>
                <a:lnTo>
                  <a:pt x="0" y="0"/>
                </a:lnTo>
                <a:lnTo>
                  <a:pt x="21669" y="0"/>
                </a:lnTo>
                <a:lnTo>
                  <a:pt x="21669" y="99728"/>
                </a:lnTo>
                <a:lnTo>
                  <a:pt x="21756" y="102338"/>
                </a:lnTo>
                <a:lnTo>
                  <a:pt x="22365" y="107038"/>
                </a:lnTo>
                <a:lnTo>
                  <a:pt x="23583" y="111128"/>
                </a:lnTo>
                <a:lnTo>
                  <a:pt x="25498" y="114609"/>
                </a:lnTo>
                <a:lnTo>
                  <a:pt x="26716" y="116088"/>
                </a:lnTo>
                <a:lnTo>
                  <a:pt x="28021" y="117480"/>
                </a:lnTo>
                <a:lnTo>
                  <a:pt x="31328" y="119656"/>
                </a:lnTo>
                <a:lnTo>
                  <a:pt x="35244" y="121048"/>
                </a:lnTo>
                <a:lnTo>
                  <a:pt x="39856" y="121744"/>
                </a:lnTo>
                <a:lnTo>
                  <a:pt x="42467" y="121831"/>
                </a:lnTo>
                <a:lnTo>
                  <a:pt x="207809" y="12183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DFF3F0"/>
              </a:solidFill>
            </a:endParaRPr>
          </a:p>
        </p:txBody>
      </p:sp>
      <p:sp>
        <p:nvSpPr>
          <p:cNvPr id="96" name="Google Shape;96;p23"/>
          <p:cNvSpPr txBox="1">
            <a:spLocks noGrp="1"/>
          </p:cNvSpPr>
          <p:nvPr>
            <p:ph type="title" idx="2"/>
          </p:nvPr>
        </p:nvSpPr>
        <p:spPr>
          <a:xfrm>
            <a:off x="472761" y="320150"/>
            <a:ext cx="36705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97" name="Google Shape;97;p23"/>
          <p:cNvSpPr txBox="1">
            <a:spLocks noGrp="1"/>
          </p:cNvSpPr>
          <p:nvPr>
            <p:ph type="title" idx="3"/>
          </p:nvPr>
        </p:nvSpPr>
        <p:spPr>
          <a:xfrm>
            <a:off x="547022" y="732515"/>
            <a:ext cx="57717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Google Sans"/>
              <a:buNone/>
              <a:defRPr sz="3000"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98" name="Google Shape;98;p23"/>
          <p:cNvSpPr txBox="1">
            <a:spLocks noGrp="1"/>
          </p:cNvSpPr>
          <p:nvPr>
            <p:ph type="title" idx="4"/>
          </p:nvPr>
        </p:nvSpPr>
        <p:spPr>
          <a:xfrm>
            <a:off x="566518" y="2324850"/>
            <a:ext cx="3486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99" name="Google Shape;99;p23"/>
          <p:cNvSpPr txBox="1">
            <a:spLocks noGrp="1"/>
          </p:cNvSpPr>
          <p:nvPr>
            <p:ph type="title" idx="5"/>
          </p:nvPr>
        </p:nvSpPr>
        <p:spPr>
          <a:xfrm>
            <a:off x="549150" y="2782050"/>
            <a:ext cx="17073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00" name="Google Shape;100;p23"/>
          <p:cNvSpPr/>
          <p:nvPr/>
        </p:nvSpPr>
        <p:spPr>
          <a:xfrm>
            <a:off x="590625" y="2363182"/>
            <a:ext cx="307200" cy="3072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3"/>
          <p:cNvSpPr txBox="1">
            <a:spLocks noGrp="1"/>
          </p:cNvSpPr>
          <p:nvPr>
            <p:ph type="title" idx="6"/>
          </p:nvPr>
        </p:nvSpPr>
        <p:spPr>
          <a:xfrm>
            <a:off x="2673118" y="2324850"/>
            <a:ext cx="3486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02" name="Google Shape;102;p23"/>
          <p:cNvSpPr txBox="1">
            <a:spLocks noGrp="1"/>
          </p:cNvSpPr>
          <p:nvPr>
            <p:ph type="title" idx="7"/>
          </p:nvPr>
        </p:nvSpPr>
        <p:spPr>
          <a:xfrm>
            <a:off x="2655750" y="2782050"/>
            <a:ext cx="17073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03" name="Google Shape;103;p23"/>
          <p:cNvSpPr/>
          <p:nvPr/>
        </p:nvSpPr>
        <p:spPr>
          <a:xfrm>
            <a:off x="2697225" y="2363182"/>
            <a:ext cx="307200" cy="3072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3"/>
          <p:cNvSpPr txBox="1">
            <a:spLocks noGrp="1"/>
          </p:cNvSpPr>
          <p:nvPr>
            <p:ph type="title" idx="8"/>
          </p:nvPr>
        </p:nvSpPr>
        <p:spPr>
          <a:xfrm>
            <a:off x="4779717" y="2324850"/>
            <a:ext cx="3486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05" name="Google Shape;105;p23"/>
          <p:cNvSpPr txBox="1">
            <a:spLocks noGrp="1"/>
          </p:cNvSpPr>
          <p:nvPr>
            <p:ph type="title" idx="9"/>
          </p:nvPr>
        </p:nvSpPr>
        <p:spPr>
          <a:xfrm>
            <a:off x="4762350" y="2782050"/>
            <a:ext cx="17073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06" name="Google Shape;106;p23"/>
          <p:cNvSpPr/>
          <p:nvPr/>
        </p:nvSpPr>
        <p:spPr>
          <a:xfrm>
            <a:off x="4803825" y="2363182"/>
            <a:ext cx="307200" cy="3072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23"/>
          <p:cNvSpPr/>
          <p:nvPr/>
        </p:nvSpPr>
        <p:spPr>
          <a:xfrm>
            <a:off x="86685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E9E9E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orient="horz" pos="2915">
          <p15:clr>
            <a:srgbClr val="FA7B17"/>
          </p15:clr>
        </p15:guide>
        <p15:guide id="3" pos="405">
          <p15:clr>
            <a:srgbClr val="FA7B17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7">
  <p:cSld name="TITLE_7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4"/>
          <p:cNvSpPr txBox="1">
            <a:spLocks noGrp="1"/>
          </p:cNvSpPr>
          <p:nvPr>
            <p:ph type="title"/>
          </p:nvPr>
        </p:nvSpPr>
        <p:spPr>
          <a:xfrm>
            <a:off x="471908" y="744575"/>
            <a:ext cx="8222100" cy="20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110" name="Google Shape;110;p24"/>
          <p:cNvSpPr txBox="1">
            <a:spLocks noGrp="1"/>
          </p:cNvSpPr>
          <p:nvPr>
            <p:ph type="subTitle" idx="1"/>
          </p:nvPr>
        </p:nvSpPr>
        <p:spPr>
          <a:xfrm>
            <a:off x="471900" y="2834125"/>
            <a:ext cx="82221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1" name="Google Shape;111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, Big Text 1">
  <p:cSld name="CUSTOM_1_3_1">
    <p:bg>
      <p:bgPr>
        <a:solidFill>
          <a:schemeClr val="dk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5"/>
          <p:cNvSpPr txBox="1">
            <a:spLocks noGrp="1"/>
          </p:cNvSpPr>
          <p:nvPr>
            <p:ph type="subTitle" idx="1"/>
          </p:nvPr>
        </p:nvSpPr>
        <p:spPr>
          <a:xfrm>
            <a:off x="512600" y="363000"/>
            <a:ext cx="3154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14" name="Google Shape;114;p25"/>
          <p:cNvSpPr txBox="1"/>
          <p:nvPr/>
        </p:nvSpPr>
        <p:spPr>
          <a:xfrm>
            <a:off x="7291550" y="4759871"/>
            <a:ext cx="17160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rPr>
              <a:t>google_logo Design </a:t>
            </a:r>
            <a:endParaRPr sz="1000">
              <a:solidFill>
                <a:srgbClr val="5F6368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5" name="Google Shape;115;p25"/>
          <p:cNvSpPr txBox="1">
            <a:spLocks noGrp="1"/>
          </p:cNvSpPr>
          <p:nvPr>
            <p:ph type="body" idx="2"/>
          </p:nvPr>
        </p:nvSpPr>
        <p:spPr>
          <a:xfrm>
            <a:off x="144400" y="666750"/>
            <a:ext cx="7287300" cy="394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4191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oogle Sans"/>
              <a:buChar char="●"/>
              <a:defRPr sz="30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L="914400" lvl="1" indent="-3683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○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marL="1371600" lvl="2" indent="-3683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■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marL="1828800" lvl="3" indent="-3683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●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marL="2286000" lvl="4" indent="-3683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○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marL="2743200" lvl="5" indent="-3683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■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marL="3200400" lvl="6" indent="-3683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●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marL="3657600" lvl="7" indent="-3683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○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marL="4114800" lvl="8" indent="-3683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2200"/>
              <a:buFont typeface="Google Sans Medium"/>
              <a:buChar char="■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16" name="Google Shape;116;p25"/>
          <p:cNvSpPr txBox="1">
            <a:spLocks noGrp="1"/>
          </p:cNvSpPr>
          <p:nvPr>
            <p:ph type="sldNum" idx="12"/>
          </p:nvPr>
        </p:nvSpPr>
        <p:spPr>
          <a:xfrm>
            <a:off x="144409" y="4739965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5"/>
          <p:cNvSpPr txBox="1">
            <a:spLocks noGrp="1"/>
          </p:cNvSpPr>
          <p:nvPr>
            <p:ph type="title"/>
          </p:nvPr>
        </p:nvSpPr>
        <p:spPr>
          <a:xfrm>
            <a:off x="186800" y="125326"/>
            <a:ext cx="2854800" cy="3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18" name="Google Shape;118;p25"/>
          <p:cNvSpPr/>
          <p:nvPr/>
        </p:nvSpPr>
        <p:spPr>
          <a:xfrm>
            <a:off x="295489" y="479931"/>
            <a:ext cx="196727" cy="160364"/>
          </a:xfrm>
          <a:custGeom>
            <a:avLst/>
            <a:gdLst/>
            <a:ahLst/>
            <a:cxnLst/>
            <a:rect l="l" t="t" r="r" b="b"/>
            <a:pathLst>
              <a:path w="251408" h="204938" extrusionOk="0">
                <a:moveTo>
                  <a:pt x="207809" y="121831"/>
                </a:moveTo>
                <a:lnTo>
                  <a:pt x="152115" y="75797"/>
                </a:lnTo>
                <a:lnTo>
                  <a:pt x="166735" y="59262"/>
                </a:lnTo>
                <a:lnTo>
                  <a:pt x="251407" y="132448"/>
                </a:lnTo>
                <a:lnTo>
                  <a:pt x="166909" y="204938"/>
                </a:lnTo>
                <a:lnTo>
                  <a:pt x="152115" y="189883"/>
                </a:lnTo>
                <a:lnTo>
                  <a:pt x="208766" y="142369"/>
                </a:lnTo>
                <a:lnTo>
                  <a:pt x="42467" y="142369"/>
                </a:lnTo>
                <a:lnTo>
                  <a:pt x="37420" y="142282"/>
                </a:lnTo>
                <a:lnTo>
                  <a:pt x="28195" y="140976"/>
                </a:lnTo>
                <a:lnTo>
                  <a:pt x="22191" y="139062"/>
                </a:lnTo>
                <a:lnTo>
                  <a:pt x="18536" y="137408"/>
                </a:lnTo>
                <a:lnTo>
                  <a:pt x="15229" y="135407"/>
                </a:lnTo>
                <a:lnTo>
                  <a:pt x="12183" y="133057"/>
                </a:lnTo>
                <a:lnTo>
                  <a:pt x="10791" y="131752"/>
                </a:lnTo>
                <a:lnTo>
                  <a:pt x="9485" y="130360"/>
                </a:lnTo>
                <a:lnTo>
                  <a:pt x="7136" y="127401"/>
                </a:lnTo>
                <a:lnTo>
                  <a:pt x="5047" y="124094"/>
                </a:lnTo>
                <a:lnTo>
                  <a:pt x="3394" y="120439"/>
                </a:lnTo>
                <a:lnTo>
                  <a:pt x="1479" y="114347"/>
                </a:lnTo>
                <a:lnTo>
                  <a:pt x="87" y="104949"/>
                </a:lnTo>
                <a:lnTo>
                  <a:pt x="0" y="99728"/>
                </a:lnTo>
                <a:lnTo>
                  <a:pt x="0" y="0"/>
                </a:lnTo>
                <a:lnTo>
                  <a:pt x="21669" y="0"/>
                </a:lnTo>
                <a:lnTo>
                  <a:pt x="21669" y="99728"/>
                </a:lnTo>
                <a:lnTo>
                  <a:pt x="21756" y="102338"/>
                </a:lnTo>
                <a:lnTo>
                  <a:pt x="22365" y="107038"/>
                </a:lnTo>
                <a:lnTo>
                  <a:pt x="23583" y="111128"/>
                </a:lnTo>
                <a:lnTo>
                  <a:pt x="25498" y="114609"/>
                </a:lnTo>
                <a:lnTo>
                  <a:pt x="26716" y="116088"/>
                </a:lnTo>
                <a:lnTo>
                  <a:pt x="28021" y="117480"/>
                </a:lnTo>
                <a:lnTo>
                  <a:pt x="31328" y="119656"/>
                </a:lnTo>
                <a:lnTo>
                  <a:pt x="35244" y="121048"/>
                </a:lnTo>
                <a:lnTo>
                  <a:pt x="39856" y="121744"/>
                </a:lnTo>
                <a:lnTo>
                  <a:pt x="42467" y="121831"/>
                </a:lnTo>
                <a:lnTo>
                  <a:pt x="207809" y="121831"/>
                </a:lnTo>
                <a:close/>
              </a:path>
            </a:pathLst>
          </a:custGeom>
          <a:solidFill>
            <a:srgbClr val="5F63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DFF3F0"/>
              </a:solidFill>
            </a:endParaRPr>
          </a:p>
        </p:txBody>
      </p:sp>
      <p:sp>
        <p:nvSpPr>
          <p:cNvPr id="119" name="Google Shape;119;p25"/>
          <p:cNvSpPr txBox="1"/>
          <p:nvPr/>
        </p:nvSpPr>
        <p:spPr>
          <a:xfrm>
            <a:off x="6891900" y="186907"/>
            <a:ext cx="20997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46464"/>
                </a:solidFill>
                <a:latin typeface="Google Sans"/>
                <a:ea typeface="Google Sans"/>
                <a:cs typeface="Google Sans"/>
                <a:sym typeface="Google Sans"/>
              </a:rPr>
              <a:t>Confidential + Proprietary</a:t>
            </a:r>
            <a:endParaRPr sz="800">
              <a:solidFill>
                <a:srgbClr val="64646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terial Title: Black Text 1">
  <p:cSld name="TITLE_6_2">
    <p:bg>
      <p:bgPr>
        <a:solidFill>
          <a:srgbClr val="1DE9B6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6"/>
          <p:cNvSpPr txBox="1">
            <a:spLocks noGrp="1"/>
          </p:cNvSpPr>
          <p:nvPr>
            <p:ph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Font typeface="Google Sans"/>
              <a:buNone/>
              <a:defRPr sz="7200"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2" name="Google Shape;122;p26"/>
          <p:cNvSpPr txBox="1">
            <a:spLocks noGrp="1"/>
          </p:cNvSpPr>
          <p:nvPr>
            <p:ph type="title" idx="2"/>
          </p:nvPr>
        </p:nvSpPr>
        <p:spPr>
          <a:xfrm>
            <a:off x="74394" y="91550"/>
            <a:ext cx="36705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23" name="Google Shape;123;p26"/>
          <p:cNvSpPr/>
          <p:nvPr/>
        </p:nvSpPr>
        <p:spPr>
          <a:xfrm>
            <a:off x="86685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E9E9E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line title">
  <p:cSld name="BLANK_5_1_2_1_2">
    <p:bg>
      <p:bgPr>
        <a:solidFill>
          <a:srgbClr val="FFFFFF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8"/>
          <p:cNvSpPr txBox="1">
            <a:spLocks noGrp="1"/>
          </p:cNvSpPr>
          <p:nvPr>
            <p:ph type="title"/>
          </p:nvPr>
        </p:nvSpPr>
        <p:spPr>
          <a:xfrm>
            <a:off x="377575" y="742925"/>
            <a:ext cx="5541000" cy="125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 b="1"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28" name="Google Shape;128;p28"/>
          <p:cNvSpPr txBox="1">
            <a:spLocks noGrp="1"/>
          </p:cNvSpPr>
          <p:nvPr>
            <p:ph type="subTitle" idx="1"/>
          </p:nvPr>
        </p:nvSpPr>
        <p:spPr>
          <a:xfrm>
            <a:off x="377575" y="1834750"/>
            <a:ext cx="3984300" cy="211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129" name="Google Shape;129;p28"/>
          <p:cNvCxnSpPr/>
          <p:nvPr/>
        </p:nvCxnSpPr>
        <p:spPr>
          <a:xfrm>
            <a:off x="499275" y="1609425"/>
            <a:ext cx="5850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0" name="Google Shape;130;p28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8317224" y="4652552"/>
            <a:ext cx="446125" cy="14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_AND_BODY_2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34" name="Google Shape;134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8">
  <p:cSld name="TITLE_8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7" name="Google Shape;137;p3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8" name="Google Shape;138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image with title">
  <p:cSld name="CUSTOM_2_1">
    <p:bg>
      <p:bgPr>
        <a:solidFill>
          <a:srgbClr val="FFFFFF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1"/>
          <p:cNvSpPr txBox="1">
            <a:spLocks noGrp="1"/>
          </p:cNvSpPr>
          <p:nvPr>
            <p:ph type="title"/>
          </p:nvPr>
        </p:nvSpPr>
        <p:spPr>
          <a:xfrm>
            <a:off x="377575" y="285725"/>
            <a:ext cx="7519500" cy="76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B7B7B7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9pPr>
          </a:lstStyle>
          <a:p>
            <a:endParaRPr/>
          </a:p>
        </p:txBody>
      </p:sp>
      <p:pic>
        <p:nvPicPr>
          <p:cNvPr id="141" name="Google Shape;141;p31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488699" y="4652552"/>
            <a:ext cx="446125" cy="14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p32"/>
          <p:cNvSpPr/>
          <p:nvPr/>
        </p:nvSpPr>
        <p:spPr>
          <a:xfrm>
            <a:off x="241450" y="4077968"/>
            <a:ext cx="8526300" cy="857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32"/>
          <p:cNvSpPr/>
          <p:nvPr/>
        </p:nvSpPr>
        <p:spPr>
          <a:xfrm>
            <a:off x="241450" y="2846757"/>
            <a:ext cx="8526300" cy="1180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32"/>
          <p:cNvSpPr/>
          <p:nvPr/>
        </p:nvSpPr>
        <p:spPr>
          <a:xfrm>
            <a:off x="241450" y="1386655"/>
            <a:ext cx="8526300" cy="1409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2"/>
          <p:cNvSpPr/>
          <p:nvPr/>
        </p:nvSpPr>
        <p:spPr>
          <a:xfrm>
            <a:off x="241450" y="754678"/>
            <a:ext cx="8526300" cy="580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32"/>
          <p:cNvSpPr txBox="1"/>
          <p:nvPr/>
        </p:nvSpPr>
        <p:spPr>
          <a:xfrm>
            <a:off x="1666225" y="920425"/>
            <a:ext cx="14241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32"/>
          <p:cNvSpPr txBox="1"/>
          <p:nvPr/>
        </p:nvSpPr>
        <p:spPr>
          <a:xfrm>
            <a:off x="3077000" y="920425"/>
            <a:ext cx="14241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32"/>
          <p:cNvSpPr txBox="1"/>
          <p:nvPr/>
        </p:nvSpPr>
        <p:spPr>
          <a:xfrm>
            <a:off x="4516400" y="920425"/>
            <a:ext cx="14241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32"/>
          <p:cNvSpPr txBox="1"/>
          <p:nvPr/>
        </p:nvSpPr>
        <p:spPr>
          <a:xfrm>
            <a:off x="5925875" y="920425"/>
            <a:ext cx="14241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32"/>
          <p:cNvSpPr txBox="1"/>
          <p:nvPr/>
        </p:nvSpPr>
        <p:spPr>
          <a:xfrm>
            <a:off x="7347875" y="920425"/>
            <a:ext cx="14241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32"/>
          <p:cNvSpPr txBox="1"/>
          <p:nvPr/>
        </p:nvSpPr>
        <p:spPr>
          <a:xfrm>
            <a:off x="244175" y="920425"/>
            <a:ext cx="14241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4" name="Google Shape;154;p32"/>
          <p:cNvCxnSpPr/>
          <p:nvPr/>
        </p:nvCxnSpPr>
        <p:spPr>
          <a:xfrm>
            <a:off x="1668323" y="754678"/>
            <a:ext cx="0" cy="4180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5" name="Google Shape;155;p32"/>
          <p:cNvCxnSpPr/>
          <p:nvPr/>
        </p:nvCxnSpPr>
        <p:spPr>
          <a:xfrm>
            <a:off x="3088209" y="754678"/>
            <a:ext cx="0" cy="4180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6" name="Google Shape;156;p32"/>
          <p:cNvCxnSpPr/>
          <p:nvPr/>
        </p:nvCxnSpPr>
        <p:spPr>
          <a:xfrm>
            <a:off x="4508094" y="754678"/>
            <a:ext cx="0" cy="4180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7" name="Google Shape;157;p32"/>
          <p:cNvCxnSpPr/>
          <p:nvPr/>
        </p:nvCxnSpPr>
        <p:spPr>
          <a:xfrm>
            <a:off x="5927979" y="754678"/>
            <a:ext cx="0" cy="4180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8" name="Google Shape;158;p32"/>
          <p:cNvCxnSpPr/>
          <p:nvPr/>
        </p:nvCxnSpPr>
        <p:spPr>
          <a:xfrm>
            <a:off x="248438" y="754675"/>
            <a:ext cx="0" cy="4188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9" name="Google Shape;159;p32"/>
          <p:cNvCxnSpPr/>
          <p:nvPr/>
        </p:nvCxnSpPr>
        <p:spPr>
          <a:xfrm>
            <a:off x="7347865" y="754678"/>
            <a:ext cx="0" cy="4180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0" name="Google Shape;160;p32"/>
          <p:cNvCxnSpPr/>
          <p:nvPr/>
        </p:nvCxnSpPr>
        <p:spPr>
          <a:xfrm>
            <a:off x="8767750" y="754675"/>
            <a:ext cx="2700" cy="4161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1" name="Google Shape;161;p32"/>
          <p:cNvSpPr txBox="1"/>
          <p:nvPr/>
        </p:nvSpPr>
        <p:spPr>
          <a:xfrm>
            <a:off x="171175" y="119650"/>
            <a:ext cx="59988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Persona:</a:t>
            </a:r>
            <a:br>
              <a:rPr lang="en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Goal: </a:t>
            </a:r>
            <a:endParaRPr sz="1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32"/>
          <p:cNvSpPr txBox="1"/>
          <p:nvPr/>
        </p:nvSpPr>
        <p:spPr>
          <a:xfrm rot="-5400000">
            <a:off x="-175500" y="881750"/>
            <a:ext cx="6294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Actions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32"/>
          <p:cNvSpPr txBox="1"/>
          <p:nvPr/>
        </p:nvSpPr>
        <p:spPr>
          <a:xfrm rot="-5400000">
            <a:off x="-173200" y="1951913"/>
            <a:ext cx="5649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2"/>
          <p:cNvSpPr txBox="1"/>
          <p:nvPr/>
        </p:nvSpPr>
        <p:spPr>
          <a:xfrm rot="-5400000">
            <a:off x="-326800" y="3280432"/>
            <a:ext cx="8721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/>
              <a:t>Emotions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2"/>
          <p:cNvSpPr txBox="1"/>
          <p:nvPr/>
        </p:nvSpPr>
        <p:spPr>
          <a:xfrm rot="-5400000">
            <a:off x="-409450" y="4377825"/>
            <a:ext cx="10038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Improvements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2"/>
          <p:cNvSpPr/>
          <p:nvPr/>
        </p:nvSpPr>
        <p:spPr>
          <a:xfrm>
            <a:off x="241450" y="754678"/>
            <a:ext cx="8526300" cy="592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32"/>
          <p:cNvSpPr/>
          <p:nvPr/>
        </p:nvSpPr>
        <p:spPr>
          <a:xfrm>
            <a:off x="241450" y="4114209"/>
            <a:ext cx="8526300" cy="866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32"/>
          <p:cNvSpPr/>
          <p:nvPr/>
        </p:nvSpPr>
        <p:spPr>
          <a:xfrm>
            <a:off x="241450" y="2869572"/>
            <a:ext cx="8526300" cy="1193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2"/>
          <p:cNvSpPr/>
          <p:nvPr/>
        </p:nvSpPr>
        <p:spPr>
          <a:xfrm>
            <a:off x="241450" y="1393547"/>
            <a:ext cx="8526300" cy="1424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0" name="Google Shape;170;p32"/>
          <p:cNvCxnSpPr/>
          <p:nvPr/>
        </p:nvCxnSpPr>
        <p:spPr>
          <a:xfrm>
            <a:off x="3088209" y="754678"/>
            <a:ext cx="0" cy="422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1" name="Google Shape;171;p32"/>
          <p:cNvCxnSpPr/>
          <p:nvPr/>
        </p:nvCxnSpPr>
        <p:spPr>
          <a:xfrm>
            <a:off x="4508094" y="754678"/>
            <a:ext cx="0" cy="422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2" name="Google Shape;172;p32"/>
          <p:cNvCxnSpPr/>
          <p:nvPr/>
        </p:nvCxnSpPr>
        <p:spPr>
          <a:xfrm>
            <a:off x="5927979" y="754678"/>
            <a:ext cx="0" cy="422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3" name="Google Shape;173;p32"/>
          <p:cNvCxnSpPr/>
          <p:nvPr/>
        </p:nvCxnSpPr>
        <p:spPr>
          <a:xfrm>
            <a:off x="248438" y="754675"/>
            <a:ext cx="0" cy="4233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4" name="Google Shape;174;p32"/>
          <p:cNvCxnSpPr/>
          <p:nvPr/>
        </p:nvCxnSpPr>
        <p:spPr>
          <a:xfrm>
            <a:off x="7347865" y="754678"/>
            <a:ext cx="0" cy="422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5" name="Google Shape;175;p32"/>
          <p:cNvCxnSpPr/>
          <p:nvPr/>
        </p:nvCxnSpPr>
        <p:spPr>
          <a:xfrm>
            <a:off x="8767750" y="754678"/>
            <a:ext cx="0" cy="422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6" name="Google Shape;176;p32"/>
          <p:cNvSpPr txBox="1"/>
          <p:nvPr/>
        </p:nvSpPr>
        <p:spPr>
          <a:xfrm>
            <a:off x="7347875" y="1411882"/>
            <a:ext cx="1424100" cy="10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32"/>
          <p:cNvSpPr txBox="1"/>
          <p:nvPr/>
        </p:nvSpPr>
        <p:spPr>
          <a:xfrm>
            <a:off x="274400" y="1411882"/>
            <a:ext cx="1424100" cy="10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32"/>
          <p:cNvSpPr txBox="1"/>
          <p:nvPr/>
        </p:nvSpPr>
        <p:spPr>
          <a:xfrm>
            <a:off x="3085050" y="1411882"/>
            <a:ext cx="1424100" cy="10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32"/>
          <p:cNvSpPr txBox="1"/>
          <p:nvPr/>
        </p:nvSpPr>
        <p:spPr>
          <a:xfrm>
            <a:off x="4505975" y="1411882"/>
            <a:ext cx="1424100" cy="10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32"/>
          <p:cNvSpPr txBox="1"/>
          <p:nvPr/>
        </p:nvSpPr>
        <p:spPr>
          <a:xfrm>
            <a:off x="5925875" y="1387482"/>
            <a:ext cx="1424100" cy="10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32"/>
          <p:cNvSpPr txBox="1"/>
          <p:nvPr/>
        </p:nvSpPr>
        <p:spPr>
          <a:xfrm>
            <a:off x="1665175" y="1411882"/>
            <a:ext cx="1424100" cy="10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sz="11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2" name="Google Shape;182;p32"/>
          <p:cNvCxnSpPr/>
          <p:nvPr/>
        </p:nvCxnSpPr>
        <p:spPr>
          <a:xfrm>
            <a:off x="1668323" y="754678"/>
            <a:ext cx="0" cy="422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3"/>
          <p:cNvSpPr txBox="1"/>
          <p:nvPr/>
        </p:nvSpPr>
        <p:spPr>
          <a:xfrm>
            <a:off x="171175" y="119650"/>
            <a:ext cx="3900000" cy="4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sz="1600" b="1" dirty="0">
                <a:latin typeface="Google Sans"/>
                <a:ea typeface="Google Sans"/>
                <a:cs typeface="Google Sans"/>
                <a:sym typeface="Google Sans"/>
              </a:rPr>
              <a:t>Persona: </a:t>
            </a:r>
            <a:r>
              <a:rPr lang="en-IN" sz="1600" b="1" dirty="0"/>
              <a:t>Kavya Nair</a:t>
            </a:r>
            <a:endParaRPr sz="1600" b="1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8" name="Google Shape;188;p33"/>
          <p:cNvSpPr txBox="1"/>
          <p:nvPr/>
        </p:nvSpPr>
        <p:spPr>
          <a:xfrm>
            <a:off x="171664" y="407900"/>
            <a:ext cx="84876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spcAft>
                <a:spcPts val="300"/>
              </a:spcAft>
            </a:pPr>
            <a:r>
              <a:rPr lang="en" sz="1100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Goal:</a:t>
            </a:r>
            <a:r>
              <a:rPr lang="en-IN" sz="1100" dirty="0"/>
              <a:t>Find a trendy outfit on Savana, compare available options, choose the right size, apply available offers, and complete the purchase with a smooth shopping experience</a:t>
            </a:r>
            <a:endParaRPr sz="1100" b="1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graphicFrame>
        <p:nvGraphicFramePr>
          <p:cNvPr id="189" name="Google Shape;189;p33"/>
          <p:cNvGraphicFramePr/>
          <p:nvPr>
            <p:extLst>
              <p:ext uri="{D42A27DB-BD31-4B8C-83A1-F6EECF244321}">
                <p14:modId xmlns:p14="http://schemas.microsoft.com/office/powerpoint/2010/main" val="1214101334"/>
              </p:ext>
            </p:extLst>
          </p:nvPr>
        </p:nvGraphicFramePr>
        <p:xfrm>
          <a:off x="226350" y="700000"/>
          <a:ext cx="8582100" cy="4073576"/>
        </p:xfrm>
        <a:graphic>
          <a:graphicData uri="http://schemas.openxmlformats.org/drawingml/2006/table">
            <a:tbl>
              <a:tblPr>
                <a:noFill/>
                <a:tableStyleId>{304D6E6D-7547-4EDF-B692-FFDF4C537E73}</a:tableStyleId>
              </a:tblPr>
              <a:tblGrid>
                <a:gridCol w="1430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0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0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0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9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30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0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ACTION</a:t>
                      </a:r>
                      <a:endParaRPr sz="1100" b="1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Search Flight</a:t>
                      </a:r>
                      <a:endParaRPr sz="110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Compare &amp; Select</a:t>
                      </a:r>
                      <a:endParaRPr sz="11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Enter Details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Redeem Miles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Checkout &amp; Confirm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50000">
                <a:tc>
                  <a:txBody>
                    <a:bodyPr/>
                    <a:lstStyle/>
                    <a:p>
                      <a:pPr marL="177800" lvl="0" indent="-11430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 LIST</a:t>
                      </a:r>
                      <a:endParaRPr sz="1100" b="1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A. Opens the Savana app/website</a:t>
                      </a:r>
                      <a:br>
                        <a:rPr lang="en-IN" sz="1100" dirty="0"/>
                      </a:br>
                      <a:r>
                        <a:rPr lang="en-IN" sz="1100" dirty="0"/>
                        <a:t>B. Explores New Arrivals and categories</a:t>
                      </a:r>
                      <a:br>
                        <a:rPr lang="en-IN" sz="1100" dirty="0"/>
                      </a:br>
                      <a:r>
                        <a:rPr lang="en-IN" sz="1100" dirty="0"/>
                        <a:t>C. Uses filters to narrow products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A. Compares products based on style and price</a:t>
                      </a:r>
                      <a:br>
                        <a:rPr lang="en-IN" sz="1100" dirty="0"/>
                      </a:br>
                      <a:r>
                        <a:rPr lang="en-IN" sz="1100" dirty="0"/>
                        <a:t>B. Reads ratings and customer reviews</a:t>
                      </a:r>
                      <a:br>
                        <a:rPr lang="en-IN" sz="1100" dirty="0"/>
                      </a:br>
                      <a:r>
                        <a:rPr lang="en-IN" sz="1100" dirty="0"/>
                        <a:t>C. Adds preferred item to wish list</a:t>
                      </a:r>
                      <a:endParaRPr sz="11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A. Selects size and colour</a:t>
                      </a:r>
                      <a:br>
                        <a:rPr lang="en-IN" sz="1100" dirty="0"/>
                      </a:br>
                      <a:r>
                        <a:rPr lang="en-IN" sz="1100" dirty="0"/>
                        <a:t>B. Reviews product details and size chart</a:t>
                      </a:r>
                      <a:br>
                        <a:rPr lang="en-IN" sz="1100" dirty="0"/>
                      </a:br>
                      <a:r>
                        <a:rPr lang="en-IN" sz="1100" dirty="0"/>
                        <a:t>C. Checks estimated delivery date</a:t>
                      </a:r>
                      <a:endParaRPr sz="11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dirty="0"/>
                        <a:t>A. Reviews shopping cart</a:t>
                      </a:r>
                      <a:br>
                        <a:rPr lang="en-IN" sz="1000" dirty="0"/>
                      </a:br>
                      <a:r>
                        <a:rPr lang="en-IN" sz="1000" dirty="0"/>
                        <a:t>B. Applies coupon or discount</a:t>
                      </a:r>
                      <a:br>
                        <a:rPr lang="en-IN" sz="1000" dirty="0"/>
                      </a:br>
                      <a:r>
                        <a:rPr lang="en-IN" sz="1000" dirty="0"/>
                        <a:t>C. Completes payment</a:t>
                      </a: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dirty="0"/>
                        <a:t>A. Receives order confirmation</a:t>
                      </a:r>
                      <a:br>
                        <a:rPr lang="en-IN" sz="1000" dirty="0"/>
                      </a:br>
                      <a:r>
                        <a:rPr lang="en-IN" sz="1000" dirty="0"/>
                        <a:t>B. Tracks shipment status</a:t>
                      </a:r>
                      <a:br>
                        <a:rPr lang="en-IN" sz="1000" dirty="0"/>
                      </a:br>
                      <a:r>
                        <a:rPr lang="en-IN" sz="1000" dirty="0"/>
                        <a:t>C. Shares or saves favourite products</a:t>
                      </a: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FEELING ADJECTIVE</a:t>
                      </a:r>
                      <a:endParaRPr sz="1100" b="1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Excited, Curious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Interested,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Thoughtful</a:t>
                      </a: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Slightly Uncertain</a:t>
                      </a:r>
                      <a:endParaRPr sz="14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Confident</a:t>
                      </a:r>
                      <a:endParaRPr sz="11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Satisfied, Relieved</a:t>
                      </a:r>
                      <a:endParaRPr sz="14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0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IMPROVEMENT OPPORTUNITIES</a:t>
                      </a:r>
                      <a:endParaRPr sz="1100" b="1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114300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Improve product filters and search suggestions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Enable side-by-side product comparison</a:t>
                      </a: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Provide AI-based size recommendations and clearer delivery estimates</a:t>
                      </a:r>
                      <a:endParaRPr sz="14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Display shipping charges and offers earlier</a:t>
                      </a:r>
                      <a:endParaRPr sz="14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Add real-time order tracking and delivery notifications</a:t>
                      </a:r>
                      <a:endParaRPr sz="11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263238"/>
      </a:dk1>
      <a:lt1>
        <a:srgbClr val="FFFFFF"/>
      </a:lt1>
      <a:dk2>
        <a:srgbClr val="919090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210</Words>
  <Application>Microsoft Office PowerPoint</Application>
  <PresentationFormat>On-screen Show (16:9)</PresentationFormat>
  <Paragraphs>37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Google Sans</vt:lpstr>
      <vt:lpstr>Google Sans Medium</vt:lpstr>
      <vt:lpstr>Arial</vt:lpstr>
      <vt:lpstr>Simple Light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Bhavika Rane</dc:creator>
  <cp:lastModifiedBy>Bhavika Rane</cp:lastModifiedBy>
  <cp:revision>1</cp:revision>
  <dcterms:modified xsi:type="dcterms:W3CDTF">2026-08-04T08:30:49Z</dcterms:modified>
</cp:coreProperties>
</file>
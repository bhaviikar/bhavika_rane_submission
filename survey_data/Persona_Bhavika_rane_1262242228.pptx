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9144000" cy="5143500" type="screen16x9"/>
  <p:notesSz cx="6858000" cy="9144000"/>
  <p:embeddedFontLst>
    <p:embeddedFont>
      <p:font typeface="Google Sans" panose="020B060402020202020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190300"/>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IN" sz="1900" b="1" dirty="0">
                <a:solidFill>
                  <a:srgbClr val="1967D2"/>
                </a:solidFill>
                <a:latin typeface="Google Sans"/>
                <a:ea typeface="Google Sans"/>
                <a:cs typeface="Google Sans"/>
                <a:sym typeface="Google Sans"/>
              </a:rPr>
              <a:t>B</a:t>
            </a:r>
            <a:r>
              <a:rPr lang="en" sz="1900" b="1" dirty="0">
                <a:solidFill>
                  <a:srgbClr val="1967D2"/>
                </a:solidFill>
                <a:latin typeface="Google Sans"/>
                <a:ea typeface="Google Sans"/>
                <a:cs typeface="Google Sans"/>
                <a:sym typeface="Google Sans"/>
              </a:rPr>
              <a:t>havika Rane</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19</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100"/>
              <a:buFont typeface="Arial"/>
              <a:buNone/>
            </a:pPr>
            <a:r>
              <a:rPr lang="en-US" dirty="0">
                <a:solidFill>
                  <a:schemeClr val="dk1"/>
                </a:solidFill>
                <a:latin typeface="Google Sans"/>
                <a:ea typeface="Google Sans"/>
                <a:cs typeface="Google Sans"/>
                <a:sym typeface="Google Sans"/>
              </a:rPr>
              <a:t>B. Tech Student</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Nag</a:t>
            </a:r>
            <a:r>
              <a:rPr lang="en-US" dirty="0">
                <a:latin typeface="Google Sans"/>
                <a:ea typeface="Google Sans"/>
                <a:cs typeface="Google Sans"/>
                <a:sym typeface="Google Sans"/>
              </a:rPr>
              <a:t>pur</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Lives with Parents</a:t>
            </a:r>
          </a:p>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College Stude</a:t>
            </a:r>
            <a:r>
              <a:rPr lang="en-US" dirty="0">
                <a:latin typeface="Google Sans"/>
                <a:ea typeface="Google Sans"/>
                <a:cs typeface="Google Sans"/>
                <a:sym typeface="Google Sans"/>
              </a:rPr>
              <a:t>nt</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248463"/>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 sz="1800" i="1" u="none" strike="noStrike" cap="none" dirty="0">
                <a:solidFill>
                  <a:srgbClr val="000000"/>
                </a:solidFill>
                <a:latin typeface="Google Sans"/>
                <a:ea typeface="Google Sans"/>
                <a:cs typeface="Google Sans"/>
                <a:sym typeface="Google Sans"/>
              </a:rPr>
              <a:t>“</a:t>
            </a:r>
            <a:r>
              <a:rPr lang="en-IN" sz="1800" i="1" dirty="0"/>
              <a:t>Good outfits catch my eye, but a good interface keeps me shopping</a:t>
            </a:r>
            <a:r>
              <a:rPr lang="en" sz="1800" i="1" u="none" strike="noStrike" cap="none" dirty="0">
                <a:solidFill>
                  <a:srgbClr val="000000"/>
                </a:solidFill>
                <a:latin typeface="Google Sans"/>
                <a:ea typeface="Google Sans"/>
                <a:cs typeface="Google Sans"/>
                <a:sym typeface="Google Sans"/>
              </a:rPr>
              <a:t>.”</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803775" y="950563"/>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285750" lvl="0" indent="-285750">
              <a:buFont typeface="Arial" panose="020B0604020202020204" pitchFamily="34" charset="0"/>
              <a:buChar char="•"/>
            </a:pPr>
            <a:r>
              <a:rPr lang="en-IN" dirty="0"/>
              <a:t>Discover trendy outfits before they sell out.</a:t>
            </a:r>
          </a:p>
          <a:p>
            <a:pPr marL="285750" indent="-285750">
              <a:buFont typeface="Arial" panose="020B0604020202020204" pitchFamily="34" charset="0"/>
              <a:buChar char="•"/>
            </a:pPr>
            <a:r>
              <a:rPr lang="en-IN" dirty="0"/>
              <a:t>Find products quickly using smart filters. </a:t>
            </a:r>
          </a:p>
          <a:p>
            <a:pPr marL="285750" indent="-285750">
              <a:buFont typeface="Arial" panose="020B0604020202020204" pitchFamily="34" charset="0"/>
              <a:buChar char="•"/>
            </a:pPr>
            <a:r>
              <a:rPr lang="en-IN" dirty="0"/>
              <a:t>Complete purchases without unnecessary steps.</a:t>
            </a:r>
          </a:p>
          <a:p>
            <a:pPr marL="285750" indent="-285750">
              <a:buFont typeface="Arial" panose="020B0604020202020204" pitchFamily="34" charset="0"/>
              <a:buChar char="•"/>
            </a:pPr>
            <a:r>
              <a:rPr lang="en-IN" dirty="0"/>
              <a:t>Receive personalized recommendations based on style preferences. </a:t>
            </a:r>
          </a:p>
          <a:p>
            <a:endParaRPr lang="en" dirty="0">
              <a:latin typeface="Google Sans"/>
              <a:ea typeface="Google Sans"/>
              <a:cs typeface="Google Sans"/>
              <a:sym typeface="Google Sans"/>
            </a:endParaRPr>
          </a:p>
          <a:p>
            <a:pPr marL="139700" marR="0" lvl="0" algn="l" rtl="0">
              <a:lnSpc>
                <a:spcPct val="100000"/>
              </a:lnSpc>
              <a:spcBef>
                <a:spcPts val="0"/>
              </a:spcBef>
              <a:spcAft>
                <a:spcPts val="0"/>
              </a:spcAft>
              <a:buClr>
                <a:srgbClr val="000000"/>
              </a:buClr>
              <a:buSzPts val="1400"/>
            </a:pPr>
            <a:r>
              <a:rPr lang="en" sz="1400" i="0" u="none" strike="noStrike" cap="none" dirty="0">
                <a:solidFill>
                  <a:srgbClr val="000000"/>
                </a:solidFill>
                <a:latin typeface="Google Sans"/>
                <a:ea typeface="Google Sans"/>
                <a:cs typeface="Google Sans"/>
                <a:sym typeface="Google Sans"/>
              </a:rPr>
              <a:t>  </a:t>
            </a:r>
            <a:endParaRPr sz="14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326474" y="944788"/>
            <a:ext cx="2601625" cy="2515962"/>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p>
          <a:p>
            <a:pPr marL="285750" lvl="0" indent="-285750">
              <a:buFont typeface="Arial" panose="020B0604020202020204" pitchFamily="34" charset="0"/>
              <a:buChar char="•"/>
            </a:pPr>
            <a:r>
              <a:rPr lang="en-IN" dirty="0"/>
              <a:t>Homepages filled with too many advertisements. </a:t>
            </a:r>
          </a:p>
          <a:p>
            <a:pPr marL="285750" indent="-285750">
              <a:buFont typeface="Arial" panose="020B0604020202020204" pitchFamily="34" charset="0"/>
              <a:buChar char="•"/>
            </a:pPr>
            <a:r>
              <a:rPr lang="en-IN" dirty="0"/>
              <a:t>Poor filtering that makes searching time consuming.</a:t>
            </a:r>
          </a:p>
          <a:p>
            <a:pPr marL="285750" indent="-285750">
              <a:buFont typeface="Arial" panose="020B0604020202020204" pitchFamily="34" charset="0"/>
              <a:buChar char="•"/>
            </a:pPr>
            <a:r>
              <a:rPr lang="en-IN" dirty="0"/>
              <a:t>Slow loading during sale events. </a:t>
            </a:r>
          </a:p>
          <a:p>
            <a:pPr marL="285750" indent="-285750">
              <a:buFont typeface="Arial" panose="020B0604020202020204" pitchFamily="34" charset="0"/>
              <a:buChar char="•"/>
            </a:pPr>
            <a:r>
              <a:rPr lang="en-IN" dirty="0"/>
              <a:t>Hidden shipping charges shown only at checkout.</a:t>
            </a:r>
          </a:p>
          <a:p>
            <a:pPr marL="285750" indent="-285750">
              <a:buFont typeface="Arial" panose="020B0604020202020204" pitchFamily="34" charset="0"/>
              <a:buChar char="•"/>
            </a:pPr>
            <a:r>
              <a:rPr lang="en-IN" dirty="0"/>
              <a:t>Missing size availability after selecting a product. </a:t>
            </a:r>
          </a:p>
          <a:p>
            <a:pPr marL="285750" lvl="0" indent="-285750">
              <a:buFont typeface="Arial" panose="020B0604020202020204" pitchFamily="34" charset="0"/>
              <a:buChar char="•"/>
            </a:pPr>
            <a:endParaRPr lang="en-IN" dirty="0"/>
          </a:p>
        </p:txBody>
      </p:sp>
      <p:sp>
        <p:nvSpPr>
          <p:cNvPr id="61" name="Google Shape;61;p13"/>
          <p:cNvSpPr txBox="1"/>
          <p:nvPr/>
        </p:nvSpPr>
        <p:spPr>
          <a:xfrm>
            <a:off x="3651375" y="3547774"/>
            <a:ext cx="5197800" cy="1417925"/>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100" dirty="0">
                <a:latin typeface="Google Sans"/>
                <a:ea typeface="Google Sans"/>
                <a:cs typeface="Google Sans"/>
                <a:sym typeface="Google Sans"/>
              </a:rPr>
              <a:t>Bhavika </a:t>
            </a:r>
            <a:r>
              <a:rPr lang="en-IN" sz="1100" dirty="0"/>
              <a:t>usually shops during seasonal sales and before college events. She often compares products between AJIO and Savana before making a purchase. She prefers apps that are visually clean, load quickly, and make it easy to filter products by size, colour, brand, and price. While attractive offers grab her attention, excessive promotional banners and cluttered screens often distract her from finding what she actually wants. A smooth browsing experience, detailed product information, and quick checkout influence her final shopping decision.</a:t>
            </a:r>
            <a:endParaRPr sz="1100" i="0" u="none" strike="noStrike" cap="none" dirty="0">
              <a:solidFill>
                <a:srgbClr val="000000"/>
              </a:solidFill>
              <a:latin typeface="Google Sans"/>
              <a:ea typeface="Google Sans"/>
              <a:cs typeface="Google Sans"/>
              <a:sym typeface="Google Sans"/>
            </a:endParaRPr>
          </a:p>
        </p:txBody>
      </p:sp>
      <p:pic>
        <p:nvPicPr>
          <p:cNvPr id="5" name="Picture 4">
            <a:extLst>
              <a:ext uri="{FF2B5EF4-FFF2-40B4-BE49-F238E27FC236}">
                <a16:creationId xmlns:a16="http://schemas.microsoft.com/office/drawing/2014/main" id="{F86BD127-11F2-6D5D-ABF9-DEB7A2A05FFD}"/>
              </a:ext>
            </a:extLst>
          </p:cNvPr>
          <p:cNvPicPr>
            <a:picLocks noChangeAspect="1"/>
          </p:cNvPicPr>
          <p:nvPr/>
        </p:nvPicPr>
        <p:blipFill>
          <a:blip r:embed="rId3"/>
          <a:stretch>
            <a:fillRect/>
          </a:stretch>
        </p:blipFill>
        <p:spPr>
          <a:xfrm>
            <a:off x="451450" y="461326"/>
            <a:ext cx="2758200" cy="275820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2477</TotalTime>
  <Words>201</Words>
  <Application>Microsoft Office PowerPoint</Application>
  <PresentationFormat>On-screen Show (16:9)</PresentationFormat>
  <Paragraphs>26</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Google Sans</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JINU JAIN</dc:creator>
  <cp:lastModifiedBy>Bhavika Rane</cp:lastModifiedBy>
  <cp:revision>2</cp:revision>
  <dcterms:modified xsi:type="dcterms:W3CDTF">2026-08-03T07:10:45Z</dcterms:modified>
</cp:coreProperties>
</file>